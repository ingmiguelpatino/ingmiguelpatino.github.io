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D05DBA-4C2B-497C-8EB3-292018F102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772247-5FD0-420B-817E-F80154F1A0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628ECF-A497-491A-9575-12B848F418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0504A1-8C63-4CCF-A82E-E6F34E50F2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419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24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 texto del esquema</a:t>
            </a:r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419" sz="2100" strike="noStrike" u="none">
                <a:solidFill>
                  <a:srgbClr val="ffffff"/>
                </a:solidFill>
                <a:uFillTx/>
                <a:latin typeface="Arial"/>
              </a:rPr>
              <a:t>Segundo nivel del esquema</a:t>
            </a:r>
            <a:endParaRPr b="0" lang="es-419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800" strike="noStrike" u="none">
                <a:solidFill>
                  <a:srgbClr val="ffffff"/>
                </a:solidFill>
                <a:uFillTx/>
                <a:latin typeface="Arial"/>
              </a:rPr>
              <a:t>Tercer nivel del esquema</a:t>
            </a:r>
            <a:endParaRPr b="0" lang="es-419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Cuarto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Quinto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Sexto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ffffff"/>
                </a:solidFill>
                <a:uFillTx/>
                <a:latin typeface="Arial"/>
              </a:rPr>
              <a:t>Séptimo nivel del esquema</a:t>
            </a:r>
            <a:endParaRPr b="0" lang="es-419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&lt;pie de página&gt;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E19DDEDB-9597-4892-9568-82CC91FBB231}" type="slidenum"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360" y="36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-288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59B7C031-7D23-409A-8B60-2493DB9C7866}" type="slidenum"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000360" y="270036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-179640" y="243036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60" y="522036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720360" y="468036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54036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100360" y="468036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920360" y="540036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1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419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8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419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4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&lt;pie de página&gt;</a:t>
            </a:r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trike="noStrike" u="non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A1A61180-1838-4706-A275-3CDF3E2840A1}" type="slidenum">
              <a:rPr b="0" lang="es-419" sz="1400" strike="noStrike" u="none">
                <a:solidFill>
                  <a:srgbClr val="ffffff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360"/>
            <a:ext cx="1008000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-252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0" y="1260360"/>
            <a:ext cx="10260000" cy="449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12F28CC1-D3EF-45A1-9BE4-562ADE8BB62F}" type="slidenum"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Pulse para editar el formato del texto de título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1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419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8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419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419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7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&lt;fecha/hora&gt;</a:t>
            </a:r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419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&lt;pie de página&gt;</a:t>
            </a:r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9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8051C264-4E3F-4431-B04B-E61C021C3D28}" type="slidenum">
              <a:rPr b="0" lang="es-419" sz="1400" strike="noStrike" u="none">
                <a:solidFill>
                  <a:srgbClr val="000000"/>
                </a:solidFill>
                <a:uFillTx/>
                <a:latin typeface="Arial"/>
              </a:rPr>
              <a:t>&lt;número&gt;</a:t>
            </a:fld>
            <a:endParaRPr b="0" lang="es-419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14288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419" sz="3300" strike="noStrike" u="none">
                <a:solidFill>
                  <a:srgbClr val="ffffff"/>
                </a:solidFill>
                <a:uFillTx/>
                <a:latin typeface="Arial"/>
              </a:rPr>
              <a:t>First Test</a:t>
            </a: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0" lang="es-419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419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LibreOffice/24.8.4.2$Windows_X86_64 LibreOffice_project/bb3cfa12c7b1bf994ecc5649a80400d06cd71002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2025-01-11T18:33:31Z</dcterms:created>
  <dc:creator/>
  <dc:description/>
  <dc:language>es-419</dc:language>
  <cp:lastModifiedBy/>
  <dcterms:modified xsi:type="dcterms:W3CDTF">2025-01-11T18:34:32Z</dcterms:modified>
  <cp:revision>2</cp:revision>
  <dc:subject/>
  <dc:title>Lights</dc:title>
</cp:coreProperties>
</file>