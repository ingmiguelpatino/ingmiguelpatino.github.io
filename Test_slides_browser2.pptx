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5AD2CA-F574-471D-9B94-AEBA7A014C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B4F40-EB78-4829-A2BF-B8EB1BCE6C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620EA5-7E05-4058-88D2-B16967E4EB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9638D73-3634-41CC-97E5-24E2EB68A2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24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 texto del esquema</a:t>
            </a:r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419" sz="2100" strike="noStrike" u="none">
                <a:solidFill>
                  <a:srgbClr val="ffffff"/>
                </a:solidFill>
                <a:uFillTx/>
                <a:latin typeface="Arial"/>
              </a:rPr>
              <a:t>Segundo nivel del esquema</a:t>
            </a:r>
            <a:endParaRPr b="0" lang="es-419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800" strike="noStrike" u="none">
                <a:solidFill>
                  <a:srgbClr val="ffffff"/>
                </a:solidFill>
                <a:uFillTx/>
                <a:latin typeface="Arial"/>
              </a:rPr>
              <a:t>Tercer nivel del esquema</a:t>
            </a:r>
            <a:endParaRPr b="0" lang="es-419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Cuarto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Quinto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Sexto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Séptimo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&lt;pie de página&gt;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B44DFA4E-4430-4B6D-9DE6-44873B2E0635}" type="slidenum"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360" y="36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-288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0D4E1FEB-5964-48FA-BEAC-0587230A9988}" type="slidenum"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000360" y="270036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-179640" y="243036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60" y="522036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720360" y="468036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54036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100360" y="468036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920360" y="540036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1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419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8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419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4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&lt;pie de página&gt;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9847BC44-96BD-4177-A177-E2D72595080F}" type="slidenum"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360"/>
            <a:ext cx="1008000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-252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0" y="1260360"/>
            <a:ext cx="10260000" cy="449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6EE7DA0A-265C-4D21-A188-36E63A5E00C1}" type="slidenum"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1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419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8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419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7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419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&lt;pie de página&gt;</a:t>
            </a:r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9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A008CA5D-FFE5-435E-AFE6-A077EE590ED7}" type="slidenum"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14288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First Test via browser upload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LibreOffice/24.8.4.2$Windows_X86_64 LibreOffice_project/bb3cfa12c7b1bf994ecc5649a80400d06cd71002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2025-01-11T18:33:31Z</dcterms:created>
  <dc:creator/>
  <dc:description/>
  <dc:language>es-419</dc:language>
  <cp:lastModifiedBy/>
  <dcterms:modified xsi:type="dcterms:W3CDTF">2025-01-11T18:36:59Z</dcterms:modified>
  <cp:revision>3</cp:revision>
  <dc:subject/>
  <dc:title>Lights</dc:title>
</cp:coreProperties>
</file>